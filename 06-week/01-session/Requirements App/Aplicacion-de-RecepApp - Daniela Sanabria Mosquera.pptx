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14630400" cy="8229600"/>
  <p:notesSz cx="8229600" cy="14630400"/>
  <p:embeddedFontLst>
    <p:embeddedFont>
      <p:font typeface="Gelasio" panose="020B0604020202020204" charset="0"/>
      <p:regular r:id="rId9"/>
    </p:embeddedFont>
    <p:embeddedFont>
      <p:font typeface="Gelasio Semi Bold" panose="020B0604020202020204" charset="0"/>
      <p:regular r:id="rId10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8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954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73204"/>
            <a:ext cx="67364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Aplicación de RecepApp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2214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"De la idea al plato."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Tu recetario móvil para </a:t>
            </a: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buscar, guardar y publicar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recetas — simple, rápido y pensado para cocineros de todos los niveles.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66003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Daniel Sanabria Mosquera </a:t>
            </a:r>
            <a:endParaRPr lang="en-US" sz="1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E3EC49F-D846-183C-1620-CD7B832AC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60" y="3444159"/>
            <a:ext cx="7559695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198" y="1814724"/>
            <a:ext cx="10158532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Cocinar bien empieza con </a:t>
            </a:r>
          </a:p>
          <a:p>
            <a:pPr marL="0" indent="0" algn="l">
              <a:lnSpc>
                <a:spcPts val="4200"/>
              </a:lnSpc>
              <a:buNone/>
            </a:pPr>
            <a:r>
              <a:rPr lang="en-US" sz="33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encontrar</a:t>
            </a:r>
            <a:r>
              <a:rPr lang="en-US" sz="3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y organizar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812839" y="3555803"/>
            <a:ext cx="65023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 pasión por la cocina a menudo se topa con un desafío común: la </a:t>
            </a:r>
            <a:r>
              <a:rPr lang="en-US" sz="13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dispersión de recetas</a:t>
            </a: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Entre libros, notas manuscritas, capturas de pantalla y enlaces de internet, encontrar la receta perfecta se convierte en una odisea.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39" y="4938905"/>
            <a:ext cx="65023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Esta falta de </a:t>
            </a:r>
            <a:r>
              <a:rPr lang="en-US" sz="13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organización</a:t>
            </a: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no solo frustra, sino que limita la creatividad. Además, compartir tus propias creaciones culinarias, con sus detalles y adaptaciones únicas, es un proceso engorroso que desanima a muchos.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166" y="0"/>
            <a:ext cx="8227384" cy="82273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 3"/>
          <p:cNvSpPr/>
          <p:nvPr/>
        </p:nvSpPr>
        <p:spPr>
          <a:xfrm>
            <a:off x="602813" y="8353544"/>
            <a:ext cx="1342477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¡Di adiós al caos en la cocina y da la bienvenida a la eficiencia!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F8A7FC8-D918-AB42-ACB7-F9A05FCE4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648" y="7760807"/>
            <a:ext cx="2141752" cy="422715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793790" y="4190881"/>
            <a:ext cx="99376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Tu recetario móvil, siempre contigo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23982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Imagina tener todas tus recetas seleccionadas guardadas y tus propias creaciones </a:t>
            </a: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 un solo lugar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accesible desde tu móvil en cualquier momento y lugar. Nuestra aplicación te permite </a:t>
            </a:r>
            <a:r>
              <a:rPr lang="en-US" sz="1750" b="1" dirty="0">
                <a:solidFill>
                  <a:srgbClr val="48423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buscar, guardar, publicar y gestionar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tus recetas con total facilidad.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583680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Desde la inspiración en el mercado hasta la creación en tu cocina, tu asistente culinario personal.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164" y="434697"/>
            <a:ext cx="4352925" cy="493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Del hambre a la receta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3164" y="1244560"/>
            <a:ext cx="13524071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Nuestra aplicación está diseñada para ser increíblemente sencilla y fluida, guiándote desde el deseo de cocinar hasta el plato final con pasos claros y lógicos.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64" y="1675090"/>
            <a:ext cx="790218" cy="94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501378" y="1833086"/>
            <a:ext cx="197560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Inicia Sesión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501378" y="2174677"/>
            <a:ext cx="1257585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Accede a tu mundo de recetas personalizadas.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64" y="2623304"/>
            <a:ext cx="790218" cy="94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1501378" y="2781300"/>
            <a:ext cx="197560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Busca "pasta"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501378" y="3122890"/>
            <a:ext cx="1257585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Encuentra al instante tu plato deseado.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64" y="3571518"/>
            <a:ext cx="790218" cy="94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1501378" y="3729514"/>
            <a:ext cx="197560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Lee la Receta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501378" y="4071104"/>
            <a:ext cx="1257585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Descubre ingredientes y pasos detallados.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64" y="4519732"/>
            <a:ext cx="790218" cy="94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1501378" y="4677728"/>
            <a:ext cx="197560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Guarda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501378" y="5019318"/>
            <a:ext cx="1257585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Añade la receta a tu colección personal.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164" y="5467945"/>
            <a:ext cx="790218" cy="94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 10"/>
          <p:cNvSpPr/>
          <p:nvPr/>
        </p:nvSpPr>
        <p:spPr>
          <a:xfrm>
            <a:off x="1501378" y="5625941"/>
            <a:ext cx="197560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Sube Tu Receta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501378" y="5967532"/>
            <a:ext cx="1257585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Comparte tu propia creación culinaria.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164" y="6416159"/>
            <a:ext cx="790218" cy="948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Text 12"/>
          <p:cNvSpPr/>
          <p:nvPr/>
        </p:nvSpPr>
        <p:spPr>
          <a:xfrm>
            <a:off x="1501378" y="6574155"/>
            <a:ext cx="197560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Edita/Elimina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1501378" y="6915745"/>
            <a:ext cx="1257585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Mantén tu contenido actualizado y relevante.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53164" y="7542133"/>
            <a:ext cx="13524071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Cada paso, pensado para una experiencia de usuario sin fricciones.</a:t>
            </a:r>
            <a:endParaRPr lang="en-US" sz="12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CF726B8A-F0F5-56A3-31D9-103FF8F276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8648" y="7760807"/>
            <a:ext cx="2141752" cy="4227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A12B3B29-B27C-7564-79BA-D76BE4DC1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648" y="7760807"/>
            <a:ext cx="2141752" cy="42271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6882" y="602456"/>
            <a:ext cx="5477947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Recorrido</a:t>
            </a:r>
            <a:r>
              <a:rPr lang="en-US" sz="4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30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por</a:t>
            </a:r>
            <a:r>
              <a:rPr lang="en-US" sz="4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30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Sabor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6882" y="1252136"/>
            <a:ext cx="13096637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Hemos diseñado una interfaz limpia y funcional que te permitirá navegar por la aplicación con total agilidad. Aquí un vistazo rápido a las pantallas clave del MVP:</a:t>
            </a:r>
            <a:endParaRPr lang="en-US" sz="1700" dirty="0"/>
          </a:p>
        </p:txBody>
      </p:sp>
      <p:sp>
        <p:nvSpPr>
          <p:cNvPr id="7" name="Text 2"/>
          <p:cNvSpPr/>
          <p:nvPr/>
        </p:nvSpPr>
        <p:spPr>
          <a:xfrm>
            <a:off x="766882" y="7445335"/>
            <a:ext cx="13096637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Esta secuencia muestracómo cada funcionalidad se integra armoniosamente.</a:t>
            </a:r>
            <a:endParaRPr lang="en-US" sz="17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0F808E4-2518-4255-EA02-3B3D9427E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350" y="1879326"/>
            <a:ext cx="9349700" cy="5639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3361"/>
            <a:ext cx="123376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Diferenciadores: enfoque, claridad y control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357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Más allá de las funcionalidades, nuestro MVP se distingue por principios de diseño fundamentales que garantizan una experiencia superior: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16724"/>
            <a:ext cx="4196358" cy="3121462"/>
          </a:xfrm>
          <a:prstGeom prst="roundRect">
            <a:avLst>
              <a:gd name="adj" fmla="val 17440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Sencillez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033957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Una interfaz </a:t>
            </a:r>
            <a:r>
              <a:rPr lang="en-US" sz="175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limpia e intuitiva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que elimina distracciones y facilita la navegación para usuarios de todos los niveles. Cocinar debe ser un placer, no un desafío digital.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316724"/>
            <a:ext cx="4196358" cy="3121462"/>
          </a:xfrm>
          <a:prstGeom prst="roundRect">
            <a:avLst>
              <a:gd name="adj" fmla="val 1744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Estructura Clara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4033957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Cada receta se presenta con una </a:t>
            </a:r>
            <a:r>
              <a:rPr lang="en-US" sz="175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organización lógica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 ingredientes y pasos, optimizada para la lectura en dispositivos móviles, incluso con las manos ocupadas.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316724"/>
            <a:ext cx="4196358" cy="3121462"/>
          </a:xfrm>
          <a:prstGeom prst="roundRect">
            <a:avLst>
              <a:gd name="adj" fmla="val 17440"/>
            </a:avLst>
          </a:prstGeom>
          <a:solidFill>
            <a:srgbClr val="D280D4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Control del Autor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4033957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Los creadores tienen </a:t>
            </a:r>
            <a:r>
              <a:rPr lang="en-US" sz="175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control total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sobre sus publicaciones, pudiendo editar o eliminar sus recetas en cualquier momento, asegurando la calidad y relevancia del contenido.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6933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Estos pilares aseguran que la aplicación sea no solo útil, sino también agradable de usar.</a:t>
            </a:r>
            <a:endParaRPr lang="en-US" sz="17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D13BFAD-EBDE-18D7-B47D-A8E8ED949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648" y="7760807"/>
            <a:ext cx="2141752" cy="4227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493</Words>
  <Application>Microsoft Office PowerPoint</Application>
  <PresentationFormat>Personalizado</PresentationFormat>
  <Paragraphs>44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Gelasio Semi Bold</vt:lpstr>
      <vt:lpstr>Gelasio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DANIELA</dc:creator>
  <cp:lastModifiedBy>DANIELA SANABRIA MOSQUERA</cp:lastModifiedBy>
  <cp:revision>6</cp:revision>
  <dcterms:created xsi:type="dcterms:W3CDTF">2025-09-09T00:44:13Z</dcterms:created>
  <dcterms:modified xsi:type="dcterms:W3CDTF">2025-09-10T01:55:26Z</dcterms:modified>
</cp:coreProperties>
</file>